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8" r:id="rId4"/>
    <p:sldId id="287" r:id="rId5"/>
    <p:sldId id="289" r:id="rId6"/>
    <p:sldId id="275" r:id="rId7"/>
    <p:sldId id="277" r:id="rId8"/>
    <p:sldId id="278" r:id="rId9"/>
    <p:sldId id="283" r:id="rId10"/>
    <p:sldId id="284" r:id="rId11"/>
    <p:sldId id="290" r:id="rId12"/>
    <p:sldId id="280" r:id="rId13"/>
    <p:sldId id="28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3A056-2A16-C117-2159-F8FCE4016E80}" v="7" dt="2025-12-11T10:36:45.315"/>
    <p1510:client id="{AF84C5B3-B101-0756-6293-D545FDE8A94D}" v="16" dt="2025-12-11T11:10:39.286"/>
    <p1510:client id="{B9B4F49E-078E-3E0C-E1A5-A400A2B8B874}" v="9" dt="2025-12-11T10:39:09.6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147002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/>
              <a:t>           TITLE OF THE PROJECT</a:t>
            </a:r>
            <a:br>
              <a:rPr lang="en-US" dirty="0"/>
            </a:br>
            <a:r>
              <a:rPr lang="en-US" dirty="0"/>
              <a:t>                  </a:t>
            </a:r>
            <a:r>
              <a:rPr lang="en-US" sz="2400" dirty="0"/>
              <a:t>Mini Project BCS554/ 5th Sem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2514600" cy="1752600"/>
          </a:xfrm>
        </p:spPr>
        <p:txBody>
          <a:bodyPr>
            <a:normAutofit fontScale="70000" lnSpcReduction="20000"/>
          </a:bodyPr>
          <a:lstStyle/>
          <a:p>
            <a:r>
              <a:rPr lang="en-US" sz="3400" dirty="0">
                <a:solidFill>
                  <a:schemeClr val="tx1"/>
                </a:solidFill>
              </a:rPr>
              <a:t>STUDENT NAME</a:t>
            </a:r>
            <a:r>
              <a:rPr lang="en-US" sz="1800" dirty="0">
                <a:solidFill>
                  <a:schemeClr val="tx1"/>
                </a:solidFill>
              </a:rPr>
              <a:t> [WITH UNIVERSITY ROLL NO]</a:t>
            </a:r>
            <a:r>
              <a:rPr lang="en-US" sz="3400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1.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2.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3.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410200" y="3810000"/>
            <a:ext cx="25146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sz="2000" dirty="0"/>
              <a:t>SUPERVISOR 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600" dirty="0"/>
              <a:t>[with </a:t>
            </a:r>
            <a:r>
              <a:rPr lang="en-US" sz="1600" err="1"/>
              <a:t>salutaion</a:t>
            </a:r>
            <a:r>
              <a:rPr lang="en-US" sz="1600" dirty="0"/>
              <a:t> and designation]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ABSTRACT </a:t>
            </a:r>
            <a:r>
              <a:rPr lang="en-US" sz="1200" dirty="0"/>
              <a:t>[in Bullet points]</a:t>
            </a:r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630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OBJECTIVE/PROBLEM STATEMENT </a:t>
            </a:r>
            <a:r>
              <a:rPr lang="en-US" sz="1200" dirty="0"/>
              <a:t>[in Bullet points]</a:t>
            </a:r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228600"/>
            <a:ext cx="1266825" cy="12668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LITERATURE REVIEW </a:t>
            </a:r>
            <a:r>
              <a:rPr lang="en-US" sz="1200" dirty="0"/>
              <a:t>[in Bullet points]</a:t>
            </a:r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476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LITERATURE REVIEW </a:t>
            </a:r>
            <a:r>
              <a:rPr lang="en-US" sz="1200" dirty="0"/>
              <a:t>[in Bullet points]</a:t>
            </a:r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1486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Proposed Methodology :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Tools and Technologies Used: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Implementation (All Screenshots)</a:t>
            </a:r>
            <a:endParaRPr lang="en-US" sz="105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j-lt"/>
                <a:ea typeface="+mj-ea"/>
                <a:cs typeface="+mj-cs"/>
              </a:rPr>
              <a:t>.</a:t>
            </a:r>
            <a:endParaRPr lang="en-US" dirty="0"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Implementation</a:t>
            </a:r>
            <a:endParaRPr lang="en-US" sz="105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200" dirty="0"/>
              <a:t>Snapshots</a:t>
            </a:r>
            <a:endParaRPr kumimoji="0" lang="en-US" sz="30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RESULTS</a:t>
            </a:r>
            <a:endParaRPr lang="en-US" sz="105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0" lang="en-US" sz="3000" b="0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CONCLUSION AND FUTURE SCOPE</a:t>
            </a:r>
            <a:r>
              <a:rPr lang="en-US" sz="1200" dirty="0"/>
              <a:t>[in Bullet points]</a:t>
            </a:r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62000" y="2133600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6748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9144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REFERENCES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057400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38400"/>
            <a:ext cx="7772400" cy="1470025"/>
          </a:xfrm>
        </p:spPr>
        <p:txBody>
          <a:bodyPr/>
          <a:lstStyle/>
          <a:p>
            <a:r>
              <a:rPr lang="en-US" dirty="0"/>
              <a:t>THANK YOU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154</Words>
  <Application>Microsoft Office PowerPoint</Application>
  <PresentationFormat>On-screen Show (4:3)</PresentationFormat>
  <Paragraphs>92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            TITLE OF THE PROJECT                   Mini Project BCS554/ 5th Sem</vt:lpstr>
      <vt:lpstr>ABSTRACT [in Bullet points]</vt:lpstr>
      <vt:lpstr>OBJECTIVE/PROBLEM STATEMENT [in Bullet points]</vt:lpstr>
      <vt:lpstr>LITERATURE REVIEW [in Bullet points]</vt:lpstr>
      <vt:lpstr>LITERATURE REVIEW [in Bullet points]</vt:lpstr>
      <vt:lpstr>Proposed Methodology :</vt:lpstr>
      <vt:lpstr>Tools and Technologies Used:</vt:lpstr>
      <vt:lpstr>Implementation (All Screenshots)</vt:lpstr>
      <vt:lpstr>Implementation</vt:lpstr>
      <vt:lpstr>RESULTS</vt:lpstr>
      <vt:lpstr>CONCLUSION AND FUTURE SCOPE[in Bullet points]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[COLLEGE LOGO ]             TITLE OF THE PROJECT                   Mini Project KCS 554/ 5th Sem</dc:title>
  <dc:creator>Vaibhav Ranjan</dc:creator>
  <cp:lastModifiedBy>Sapna Jain</cp:lastModifiedBy>
  <cp:revision>28</cp:revision>
  <dcterms:created xsi:type="dcterms:W3CDTF">2006-08-16T00:00:00Z</dcterms:created>
  <dcterms:modified xsi:type="dcterms:W3CDTF">2025-12-11T11:10:53Z</dcterms:modified>
</cp:coreProperties>
</file>